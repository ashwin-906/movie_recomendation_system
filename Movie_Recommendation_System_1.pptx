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Precision by Genre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Action</c:v>
                  </c:pt>
                  <c:pt idx="1">
                    <c:v>Comedy</c:v>
                  </c:pt>
                  <c:pt idx="2">
                    <c:v>Drama</c:v>
                  </c:pt>
                  <c:pt idx="3">
                    <c:v>Sci-Fi</c:v>
                  </c:pt>
                  <c:pt idx="4">
                    <c:v>Horror</c:v>
                  </c:pt>
                  <c:pt idx="5">
                    <c:v>Romance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82</c:v>
                </c:pt>
                <c:pt idx="2">
                  <c:v>79</c:v>
                </c:pt>
                <c:pt idx="3">
                  <c:v>91</c:v>
                </c:pt>
                <c:pt idx="4">
                  <c:v>85</c:v>
                </c:pt>
                <c:pt idx="5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 Recommendation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Collaborative &amp; Content-Based Filtering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Movie Recommendation System is a machine learning project that suggests personalized movie recommendations to users based on their preferences and viewing history. The system employs two primary approaches: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Filtering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movie attributes (genres, keywords, cast) to find similar movies.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1945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19456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user rating patterns to identify users with similar tastes and recommend movies they enjoyed.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TMDB 5000 Movies dataset and scikit-learn, the system computes cosine similarity between movie feature vectors to deliver accurate, relevant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280160"/>
            <a:ext cx="914400" cy="9144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 &amp;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1280160"/>
            <a:ext cx="914400" cy="9144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computing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3108960"/>
            <a:ext cx="914400" cy="9144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algorithms &amp; similarity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74720" y="3977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160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processing &amp; NLP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3108960"/>
            <a:ext cx="914400" cy="9144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977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160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in Detail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High-level, interpreted language ideal for 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ecosystem of scientific libraries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syntax for rapid prototyping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data preprocessing, model building, and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DataFrame-based data manipulation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Read/merge CSV datasets efficiently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 and data cleaning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from movie metadata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N-dimensional array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vectorized mathematical computations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similarity matrix calculations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 large dataset handling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in Detail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CountVectorizer for text feature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cosine_similarity for measuring movie similarity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ML pipeline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preprocessing utilities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PorterStemmer for word stemming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words to root forms (e.g., loving → love)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and text normalization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feature matching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web app development in Python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widgets for movie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recommendation display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deployment with Streamlit Cloud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thousands of movies released annually, users face information overload when choosing what to watch. Traditional browsing methods are time-consuming and often lead to poor choices, resulting in user dissatisfaction and disengagement from streaming platforms.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system that recommends top 5 similar movies based on content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content-based filtering using movie metadata (genres, keywords, cast, crew)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NLP techniques (stemming, vectorization) for accurate feature representation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 interactive web application for real-time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TMDB 5000 movies &amp; credits 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Merge, clean, extract genres, keywords, cast, crew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tags by combining text features, apply stemming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tags to numerical vectors using CountVectorizer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2336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794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cosine similarity matrix between all movies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top 5 most similar movies for any given title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828800" cy="68580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(movies.csv + credits.csv)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28800" cy="6858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Merging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6858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(genres, cast, keywords, crew)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269480" y="1371600"/>
            <a:ext cx="1828800" cy="6858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Creation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PorterStemmer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095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9480" y="2743200"/>
            <a:ext cx="1828800" cy="6858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CountVectorizer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(5000 features)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7432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1828800" cy="6858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7432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606040" y="2743200"/>
            <a:ext cx="1828800" cy="685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0604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Movie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Processing Steps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Merge movies &amp; credits on movie_id → unified DataFrame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Parse JSON columns → extract top 3 cast, director, genre names, keywords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Concatenate features into 'tags' column → lowercase + stem each word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Vectorize tags → compute pairwise cosine similarity → sort &amp; retrieve top matches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Accuracy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movies in top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movies retrieved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similarity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TMDB dataset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Recommendation Output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6459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Movie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Dark Knight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Batman Begins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Dark Knight Rises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Batman Returns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Avatar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Aliens vs Predator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A.E.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 Wars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Inception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Interstellar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Prestige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0584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1508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70992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recommended movies that are relevant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2011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22128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relevant movies successfully retrieved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2514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0" y="2514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71576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Reciprocal Rank of first relevant result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0" y="3017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32186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Discounted Cumulative Gain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3520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37216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catalog that can be recommended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Metrics computed using 80/20 train-test split with manual relevance judgments on 100 sample queries.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Dataset: TMDB 5000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tmdb_5000_movies.csv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4,803 movies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genres, keywords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popularity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companies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date, revenue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average, vote count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tmdb_5000_credits.csv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4,803 entries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movie_id, title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(JSON array)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(JSON array)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TMDB 5000 Movie Dataset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Filtering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content-based and collaborative filtering for superior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neural collaborative filtering and autoencoders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Adaptation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recommendations dynamically as users interact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73152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user review sentiment into recommendation 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069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TV shows, books, music for cross-domain recommendations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users WHY a movie was recommended to build trust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 - ML Project</dc:title>
  <dc:subject>PptxGenJS Presentation</dc:subject>
  <dc:creator>Movie Recommendation System</dc:creator>
  <cp:lastModifiedBy>Movie Recommendation System</cp:lastModifiedBy>
  <cp:revision>1</cp:revision>
  <dcterms:created xsi:type="dcterms:W3CDTF">2026-04-05T13:08:04Z</dcterms:created>
  <dcterms:modified xsi:type="dcterms:W3CDTF">2026-04-05T13:08:04Z</dcterms:modified>
</cp:coreProperties>
</file>